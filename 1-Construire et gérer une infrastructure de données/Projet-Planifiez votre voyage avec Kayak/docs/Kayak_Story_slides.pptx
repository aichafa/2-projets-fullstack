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412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516406" y="22860"/>
            <a:ext cx="2553789" cy="2583180"/>
          </a:xfrm>
          <a:prstGeom prst="ellipse">
            <a:avLst/>
          </a:prstGeom>
          <a:solidFill>
            <a:srgbClr val="065A82">
              <a:alpha val="45000"/>
            </a:srgbClr>
          </a:solidFill>
          <a:ln w="12700">
            <a:solidFill>
              <a:srgbClr val="065A82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027202" y="178308"/>
            <a:ext cx="2011680" cy="2011680"/>
          </a:xfrm>
          <a:prstGeom prst="ellipse">
            <a:avLst/>
          </a:prstGeom>
          <a:solidFill>
            <a:srgbClr val="1C7293">
              <a:alpha val="55000"/>
            </a:srgbClr>
          </a:solidFill>
          <a:ln w="12700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457200" y="722376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trip with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construire un pipeline ETL pour recommander automatiquement les meilleures destinations de vacances en France 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4114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57200" y="2834640"/>
            <a:ext cx="1280160" cy="12801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utilisateurs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920240" y="285292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souhaitent plus d'informations sur leur destination avant de réserver.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 n'a pas encore d'outil de recommandation basé sur des données réelles.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20640" y="2834640"/>
            <a:ext cx="1627632" cy="347472"/>
          </a:xfrm>
          <a:prstGeom prst="rect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120640" y="28346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903720" y="2834640"/>
            <a:ext cx="1627632" cy="347472"/>
          </a:xfrm>
          <a:prstGeom prst="rect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903720" y="28346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120640" y="3310128"/>
            <a:ext cx="1627632" cy="347472"/>
          </a:xfrm>
          <a:prstGeom prst="rect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120640" y="331012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903720" y="3310128"/>
            <a:ext cx="1627632" cy="347472"/>
          </a:xfrm>
          <a:prstGeom prst="rect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903720" y="331012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120640" y="3785616"/>
            <a:ext cx="1627632" cy="347472"/>
          </a:xfrm>
          <a:prstGeom prst="rect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120640" y="378561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MinIO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903720" y="3785616"/>
            <a:ext cx="1627632" cy="347472"/>
          </a:xfrm>
          <a:prstGeom prst="rect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6903720" y="378561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Aïcha FATHELLAH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Fullstack Data Engineering  |  2026</a:t>
            </a:r>
            <a:endParaRPr lang="en-US" sz="1100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F1B1A4C8-B164-478C-0D48-588DDD01C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350" y="1010412"/>
            <a:ext cx="1342639" cy="3046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 ETL &amp; Données collectées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760720" y="896112"/>
            <a:ext cx="3063240" cy="315468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89788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collectées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97880" y="1325880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5897880" y="144475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016752" y="14813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villes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40880" y="14813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géocodées (Nominatim)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194767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016752" y="19842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hôtels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040880" y="19842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scrapés (Selenium)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97880" y="245059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016752" y="24871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CSV générés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40880" y="24871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4 sur S3 (MinIO)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97880" y="295351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016752" y="29900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tables SQL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040880" y="29900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+ hotels (PostgreSQL)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97880" y="345643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016752" y="34930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35L × 13C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40880" y="34930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 enrichi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: Nominatim · OpenWeatherMap · Selenium → Pandas ETL → S3 (MinIO) → PostgreSQL → Plotly Express</a:t>
            </a:r>
            <a:endParaRPr lang="en-US" sz="850" dirty="0">
              <a:solidFill>
                <a:schemeClr val="bg1"/>
              </a:solidFill>
            </a:endParaRPr>
          </a:p>
        </p:txBody>
      </p:sp>
      <p:pic>
        <p:nvPicPr>
          <p:cNvPr id="27" name="Picture 26" descr="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825572"/>
            <a:ext cx="5001768" cy="40547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- Visualisations interactives Plotly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51790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géocodées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91440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496312" y="10058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96312" y="151790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scrapés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91440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672584" y="10058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72584" y="151790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uploadés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S3 (MinIO)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48856" y="91440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848856" y="10058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48856" y="151790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SQL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PostgreSQL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0848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Destinations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23774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compromis météo / hôtels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17720" y="2057400"/>
            <a:ext cx="36576" cy="2633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4754880" y="20848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Hôtels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54880" y="237744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mieux notés sur Booking.com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: Plotly Express scatter_mapbox — cartes interactives avec hover, couleur et taille dynamiques</a:t>
            </a:r>
            <a:endParaRPr lang="en-US" sz="850" dirty="0">
              <a:solidFill>
                <a:schemeClr val="bg1"/>
              </a:solidFill>
            </a:endParaRPr>
          </a:p>
        </p:txBody>
      </p:sp>
      <p:pic>
        <p:nvPicPr>
          <p:cNvPr id="27" name="Picture 26" descr="Top_5_Destin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15184"/>
            <a:ext cx="4206240" cy="1290714"/>
          </a:xfrm>
          <a:prstGeom prst="rect">
            <a:avLst/>
          </a:prstGeom>
        </p:spPr>
      </p:pic>
      <p:pic>
        <p:nvPicPr>
          <p:cNvPr id="28" name="Picture 27" descr="Top_20_Hôtels_les_mieux_notés_en_Fr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615184"/>
            <a:ext cx="4069080" cy="12482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Cloud &amp; Score de Voyage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3913632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023360" cy="438912"/>
          </a:xfrm>
          <a:prstGeom prst="rect">
            <a:avLst/>
          </a:prstGeom>
          <a:solidFill>
            <a:srgbClr val="E47911"/>
          </a:solidFill>
          <a:ln w="12700">
            <a:solidFill>
              <a:srgbClr val="E479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: S3 / MinIO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94360" y="1536192"/>
            <a:ext cx="40233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4360" y="153619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8992" y="14996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villes_coords.csv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" y="17007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villes + GPS · local uniquement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01168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94360" y="2084832"/>
            <a:ext cx="40233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208483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" y="20482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villes_meteo_coords.csv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" y="22494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 5j · 3 Ko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256032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94360" y="2633472"/>
            <a:ext cx="40233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4360" y="263347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" y="25968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hotels_booking_35_villes.csv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" y="279806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 · local uniquement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310896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94360" y="3182112"/>
            <a:ext cx="40233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94360" y="318211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" y="31455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hotels_cleaned_full.csv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" y="33467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hôtels nettoyés · 52 Ko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365760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94360" y="3730752"/>
            <a:ext cx="40233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94360" y="373075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8992" y="36941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villes_scores_aggregated.csv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" y="389534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agrégés · 1 Ko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420624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594360" y="4279392"/>
            <a:ext cx="40233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94360" y="427939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78992" y="42428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kayak_final_enriched_data.csv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" y="44439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 · 3 Ko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00600" y="914400"/>
            <a:ext cx="4023360" cy="1828800"/>
          </a:xfrm>
          <a:prstGeom prst="rect">
            <a:avLst/>
          </a:prstGeom>
          <a:solidFill>
            <a:srgbClr val="F0F7FF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800600" y="914400"/>
            <a:ext cx="4023360" cy="43891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937760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: PostgreSQL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83480" y="1444752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983480" y="1444752"/>
            <a:ext cx="356616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5074920" y="1444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cities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74920" y="17190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city_id · city · lat/lon · temp · rain · travel_score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983480" y="2103120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983480" y="2103120"/>
            <a:ext cx="356616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074920" y="2103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hotels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074920" y="23774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city_id (FK) · hotel_name · rating · url · lat/lon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00600" y="2880360"/>
            <a:ext cx="4023360" cy="1947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93776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du travel_score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37760" y="3337560"/>
            <a:ext cx="36576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937760" y="33375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40% temp · 40% note · 20% faible pluie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937760" y="40416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(40 %) : critère météo principal
Note hôtelière (40 %) : qualité des hébergements
Faible pluie (20 %) : critères normalisés 0-1 puis pondérés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: S3-compatible MinIO (4 CSV · boto3) · PostgreSQL (2 tables · SQLAlchemy), équivalents AWS S3/RDS  |  Score : critères normalisés 0-1, pondérés 40/40/20 (météo · hôtels · pluie)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606040" y="548640"/>
            <a:ext cx="2926080" cy="292608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techniques, Limites &amp; Conclusion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projet démontre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multi-sources : API REST + Scraping Selenium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structuré avec scoring métier Pandas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 : aucune donnée personnelle · clés protégées (.env)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: checkpoint CSV après chaque ville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Data Lake / Data Warehouse séparée (MinIO · PostgreSQL)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35661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bloque à 3 hôtels/ville → rotation proxies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hôtels à N/A → WebDriverWait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Pondération fixe 40/40/20 → curseur utilisateur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932688"/>
            <a:ext cx="173736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00600" y="9875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00600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géocodées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20840" y="932688"/>
            <a:ext cx="173736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720840" y="9875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20840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scrapés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0600" y="2048256"/>
            <a:ext cx="173736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00600" y="21031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00600" y="2651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sur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MinIO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20840" y="2048256"/>
            <a:ext cx="173736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720840" y="21031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20840" y="2651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SQL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PostgreSQL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0600" y="32004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5661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via AWS Lambda + EventBridge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le score avec l'API SNCF (prix trains)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le volume de pluie cumulé au score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le pipeline via une API REST FastAPI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- Questions ?  |  github.com/AichaFa/2-Projets-Fullstack  |  Aïcha FATHELLAH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566</Words>
  <Application>Microsoft Office PowerPoint</Application>
  <PresentationFormat>Affichage à l'écran (16:9)</PresentationFormat>
  <Paragraphs>113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Kayak - Storytelling CSDS</dc:title>
  <dc:subject>PptxGenJS Presentation</dc:subject>
  <dc:creator>PptxGenJS</dc:creator>
  <cp:lastModifiedBy>Aicha FATHELLAH</cp:lastModifiedBy>
  <cp:revision>6</cp:revision>
  <dcterms:created xsi:type="dcterms:W3CDTF">2026-05-06T12:04:29Z</dcterms:created>
  <dcterms:modified xsi:type="dcterms:W3CDTF">2026-06-23T20:07:04Z</dcterms:modified>
</cp:coreProperties>
</file>