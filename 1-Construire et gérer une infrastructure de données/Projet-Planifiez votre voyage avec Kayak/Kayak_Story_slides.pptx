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2412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516406" y="22860"/>
            <a:ext cx="2553789" cy="2583180"/>
          </a:xfrm>
          <a:prstGeom prst="ellipse">
            <a:avLst/>
          </a:prstGeom>
          <a:solidFill>
            <a:srgbClr val="065A82">
              <a:alpha val="45000"/>
            </a:srgbClr>
          </a:solidFill>
          <a:ln w="12700">
            <a:solidFill>
              <a:srgbClr val="065A8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027202" y="178308"/>
            <a:ext cx="2011680" cy="2011680"/>
          </a:xfrm>
          <a:prstGeom prst="ellipse">
            <a:avLst/>
          </a:prstGeom>
          <a:solidFill>
            <a:srgbClr val="1C7293">
              <a:alpha val="55000"/>
            </a:srgbClr>
          </a:solidFill>
          <a:ln w="12700">
            <a:solidFill>
              <a:srgbClr val="1C7293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457200" y="722376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trip with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construire un pipeline ETL pour recommander automatiquement les meilleures destinations de vacances en France 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743200"/>
            <a:ext cx="41148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457200" y="2834640"/>
            <a:ext cx="1280160" cy="12801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572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utilisateurs</a:t>
            </a:r>
            <a:endParaRPr lang="en-US" sz="85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1920240" y="285292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souhaitent plus d'informations sur leur destination avant de réserver. 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 n'a pas encore d'outil de recommandation basé sur des données réelles.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120640" y="2834640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120640" y="28346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903720" y="2834640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903720" y="28346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120640" y="3310128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120640" y="331012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OpenWeatherMap API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903720" y="3310128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903720" y="331012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120640" y="3785616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120640" y="378561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903720" y="3785616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903720" y="378561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57200" y="4434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Aïcha FATHELLAH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Fullstack Data Engineering — Jedha  |  CSDS Bloc 1  |  2026</a:t>
            </a:r>
            <a:endParaRPr lang="en-US" sz="11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F1B1A4C8-B164-478C-0D48-588DDD01C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350" y="1010412"/>
            <a:ext cx="1342639" cy="30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pipeline ETL &amp; Données collectées</a:t>
            </a:r>
            <a:endParaRPr lang="en-US" sz="2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825572"/>
            <a:ext cx="5001768" cy="40547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896112"/>
            <a:ext cx="3063240" cy="3154680"/>
          </a:xfrm>
          <a:prstGeom prst="rect">
            <a:avLst/>
          </a:prstGeom>
          <a:solidFill>
            <a:srgbClr val="E8F4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5897880" y="9601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97880" y="1325880"/>
            <a:ext cx="27432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5897880" y="144475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016752" y="14813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villes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040880" y="14813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 (Nominatim)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97880" y="194767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016752" y="19842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hôtels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040880" y="1984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 (Selenium)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897880" y="245059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016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CSV générés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24871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4 sur AWS S3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897880" y="295351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016752" y="2990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tables SQL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040880" y="2990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+ hotels (RDS)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897880" y="345643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016752" y="34930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35L × 9C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040880" y="3493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final enrichi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: Nominatim · OpenWeatherMap · Selenium → Pandas ETL → AWS S3 → AWS RDS → Plotly Express</a:t>
            </a:r>
            <a:endParaRPr lang="en-US" sz="8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— Visualisations interactives Plotly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20040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96312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496312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96312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hôtels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72584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672584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72584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uploadés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AWS S3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48856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848856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48856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SQL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AWS RDS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0848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Destinations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20040" y="237744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compromis météo / hôtels</a:t>
            </a:r>
            <a:endParaRPr lang="en-US" sz="9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615184"/>
            <a:ext cx="4206240" cy="192024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617720" y="2057400"/>
            <a:ext cx="36576" cy="2633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4754880" y="208483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Hôtels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754880" y="23774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mieux notés sur Booking.com</a:t>
            </a:r>
            <a:endParaRPr lang="en-US" sz="95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15184"/>
            <a:ext cx="4069080" cy="192024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: Plotly Express scatter_mapbox — cartes interactives avec hover, couleur et taille dynamiques</a:t>
            </a:r>
            <a:endParaRPr lang="en-US" sz="8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Cloud &amp; Score de Voyage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13632"/>
          </a:xfrm>
          <a:prstGeom prst="rect">
            <a:avLst/>
          </a:prstGeom>
          <a:solidFill>
            <a:srgbClr val="E8F4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320040" y="914400"/>
            <a:ext cx="4023360" cy="438912"/>
          </a:xfrm>
          <a:prstGeom prst="rect">
            <a:avLst/>
          </a:prstGeom>
          <a:solidFill>
            <a:srgbClr val="E47911"/>
          </a:solidFill>
          <a:ln w="12700">
            <a:solidFill>
              <a:srgbClr val="E4791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: Data Lake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46304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594360" y="153619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94360" y="153619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8992" y="14996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villes_coords.csv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" y="170078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villes + GPS · local uniquement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01168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94360" y="208483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94360" y="208483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8992" y="20482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villes_meteo_coords.csv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8992" y="224942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Météo 7j · 3 Ko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02920" y="256032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594360" y="263347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94360" y="263347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8992" y="259689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hotels_booking_35_villes.csv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8992" y="279806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brutes · local uniquement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2920" y="310896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594360" y="318211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94360" y="318211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8992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hotels_cleaned_full.csv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8992" y="334670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hôtels nettoyés · 51 Ko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02920" y="365760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594360" y="373075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94360" y="373075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8992" y="3694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villes_scores_aggregated.csv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78992" y="389534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agrégés · 1 Ko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02920" y="420624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594360" y="427939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594360" y="427939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8992" y="42428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kayak_final_enriched_data.csv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8992" y="444398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final · 3 Ko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00600" y="914400"/>
            <a:ext cx="4023360" cy="1828800"/>
          </a:xfrm>
          <a:prstGeom prst="rect">
            <a:avLst/>
          </a:prstGeom>
          <a:solidFill>
            <a:srgbClr val="F0F7FF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4800600" y="914400"/>
            <a:ext cx="4023360" cy="43891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4937760" y="91440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 : Data Warehouse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83480" y="1444752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4983480" y="1444752"/>
            <a:ext cx="356616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5074920" y="14447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cities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74920" y="17190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city_id · city · lat/lon · temp · rain · travel_score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983480" y="2103120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4983480" y="2103120"/>
            <a:ext cx="3566160" cy="2560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5074920" y="2103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hotels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074920" y="2377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hotel_id · city_id (FK) · hotel_name · rating · url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00600" y="2880360"/>
            <a:ext cx="4023360" cy="1947672"/>
          </a:xfrm>
          <a:prstGeom prst="rect">
            <a:avLst/>
          </a:prstGeom>
          <a:solidFill>
            <a:srgbClr val="0A1628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4937760" y="29443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 du travel_score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937760" y="3337560"/>
            <a:ext cx="36576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1"/>
          <p:cNvSpPr/>
          <p:nvPr/>
        </p:nvSpPr>
        <p:spPr>
          <a:xfrm>
            <a:off x="4937760" y="33375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temp × 0.5 ) + ( note × 2 × 0.5 )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937760" y="404164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Température (50 %) :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météo principal
</a:t>
            </a: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Note hôtelière (50 %) :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 pour ramener sur même échelle
</a:t>
            </a: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Pondération ajustable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les préférences utilisateur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: AWS S3 (4 CSV uploadés · boto3) · AWS RDS PostgreSQL (2 tables · SQLAlchemy)  |  Score : travel_score = (temp × 0.5) + (note × 2 × 0.5)</a:t>
            </a:r>
            <a:endParaRPr lang="en-US" sz="8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2606040" y="548640"/>
            <a:ext cx="2926080" cy="2926080"/>
          </a:xfrm>
          <a:prstGeom prst="ellipse">
            <a:avLst/>
          </a:prstGeom>
          <a:solidFill>
            <a:srgbClr val="065A82">
              <a:alpha val="35000"/>
            </a:srgbClr>
          </a:solidFill>
          <a:ln w="12700">
            <a:solidFill>
              <a:srgbClr val="065A82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techniques, Limites &amp; Conclusion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9326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démontre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298448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multi-sources : API REST + Scraping Selenium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ETL structuré avec scoring métier Pandas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clés API protégées via python-dotenv (.env)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: checkpoint CSV après chaque ville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Data Lake S3 / Data Warehouse RDS séparée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32004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3566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bloque à 3 hôtels/ville → rotation proxies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hôtels à N/A → WebDriverWait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Pondération fixe 50/50 → curseur utilisateur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932688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800600" y="9875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720840" y="932688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720840" y="9875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72084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hôtels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2048256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00600" y="21031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00600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20840" y="2048256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720840" y="21031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720840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SQL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00600" y="32004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566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via AWS Lambda + EventBridge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 score avec l'API SNCF (prix trains)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la probabilité de pluie dans le scoring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Exposer le pipeline via une API REST FastAPI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- Questions ?  |  github.com/AichaFa/2-Projets-Fullstack  |  Aïcha FATHELLAH · Jedha CSDS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574</Words>
  <Application>Microsoft Office PowerPoint</Application>
  <PresentationFormat>Affichage à l'écran (16:9)</PresentationFormat>
  <Paragraphs>113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Kayak - Storytelling CSDS</dc:title>
  <dc:subject>PptxGenJS Presentation</dc:subject>
  <dc:creator>PptxGenJS</dc:creator>
  <cp:lastModifiedBy>Aicha FATHELLAH</cp:lastModifiedBy>
  <cp:revision>5</cp:revision>
  <dcterms:created xsi:type="dcterms:W3CDTF">2026-05-06T12:04:29Z</dcterms:created>
  <dcterms:modified xsi:type="dcterms:W3CDTF">2026-05-06T12:25:32Z</dcterms:modified>
</cp:coreProperties>
</file>