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0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NORTH FACE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178308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 électronique : dynamiser les ventes en ligne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2377440"/>
            <a:ext cx="4114800" cy="36576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5603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automatique appliqué au catalogue produits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3200400"/>
            <a:ext cx="2743200" cy="15544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3200400"/>
            <a:ext cx="54864" cy="155448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735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36393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DBSCAN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95020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Regrouper les produits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descriptions similaires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37560" y="3200400"/>
            <a:ext cx="2743200" cy="15544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3200400"/>
            <a:ext cx="54864" cy="155448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32735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36393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395020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Suggérer des produits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complémentaires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3200400"/>
            <a:ext cx="2743200" cy="15544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3200400"/>
            <a:ext cx="54864" cy="155448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32735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0" y="3639312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LSA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3950208"/>
            <a:ext cx="2514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Extraire les thèmes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latents du catalogue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CONTEXTE ET PROJET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L'ENTREPRISE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 Face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Fondée en 1968 pour équiper les grimpeurs, The North Face produit des vêtements, chaussures et équipements de plein air.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D'abord spécialisée outdoor, la marque est devenue une icône de la mode dans les années 2000.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960120"/>
            <a:ext cx="4297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OBJECTIF MARKETING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Booster les ventes sur thenorthface.fr grâce au machine learning.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148840"/>
            <a:ext cx="347472" cy="347472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148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66360" y="213055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recommandation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"Vous aimerez aussi..." sur chaque page produit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383280"/>
            <a:ext cx="347472" cy="347472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66360" y="336499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de thèmes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Réévaluer et restructurer les catégories du catalogue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: 500 descriptions de produits du catalogue The North Face  |  Source : sample-data.csv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TECHNIQUE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1554480" cy="29260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1554480" cy="10972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207008"/>
            <a:ext cx="457200" cy="457200"/>
          </a:xfrm>
          <a:prstGeom prst="ellipse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" y="1755648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brutes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1752" y="2450592"/>
            <a:ext cx="1408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descriptions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(CSV)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56232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11680" y="1051560"/>
            <a:ext cx="1554480" cy="29260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11680" y="1051560"/>
            <a:ext cx="1554480" cy="10972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207008"/>
            <a:ext cx="457200" cy="457200"/>
          </a:xfrm>
          <a:prstGeom prst="ellipse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84832" y="1755648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84832" y="2450592"/>
            <a:ext cx="1408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Nettoyage HTML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Lemmatisation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words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39312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94760" y="1051560"/>
            <a:ext cx="1554480" cy="29260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94760" y="1051560"/>
            <a:ext cx="1554480" cy="10972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43400" y="1207008"/>
            <a:ext cx="457200" cy="457200"/>
          </a:xfrm>
          <a:prstGeom prst="ellipse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67912" y="1755648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67912" y="2450592"/>
            <a:ext cx="1408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termes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22392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577840" y="1051560"/>
            <a:ext cx="1554480" cy="29260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577840" y="1051560"/>
            <a:ext cx="1554480" cy="10972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1207008"/>
            <a:ext cx="457200" cy="457200"/>
          </a:xfrm>
          <a:prstGeom prst="ellipse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50992" y="1755648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50992" y="2450592"/>
            <a:ext cx="1408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cosinus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eps=0.72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min_samples=3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05472" y="2331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360920" y="1051560"/>
            <a:ext cx="1554480" cy="292608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360920" y="1051560"/>
            <a:ext cx="1554480" cy="10972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09560" y="1207008"/>
            <a:ext cx="457200" cy="457200"/>
          </a:xfrm>
          <a:prstGeom prst="ellipse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0956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34072" y="1755648"/>
            <a:ext cx="14081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LSA / SVD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434072" y="2450592"/>
            <a:ext cx="14081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thèmes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étapes sont implémentées en Python dans le notebook Jupyter fourni.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PARTIE 1 - CLUSTERING DBSCAN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84048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PRINCIPE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4864" cy="4572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90472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basé sur la densité : détecte automatiquement le nombre de clusters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58568"/>
            <a:ext cx="54864" cy="4572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40280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cosinus adaptée aux données textuelles TF-IDF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08376"/>
            <a:ext cx="54864" cy="4572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990088"/>
            <a:ext cx="3337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 les outliers (label = -1) sans les forcer dans un cluster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calibrés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 = 0.72  |  min_samples = 3  |  metric = 'cosine'  |  algorithm = 'brute'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9120" y="960120"/>
            <a:ext cx="2148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960120"/>
            <a:ext cx="2148840" cy="73152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0" y="116128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389120" y="2011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formés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66560" y="960120"/>
            <a:ext cx="2148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960120"/>
            <a:ext cx="2148840" cy="73152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16128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4.4%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766560" y="201168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d'outliers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89120" y="2880360"/>
            <a:ext cx="2148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0" y="2880360"/>
            <a:ext cx="2148840" cy="73152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308152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242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389120" y="3931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produits / cluster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766560" y="2880360"/>
            <a:ext cx="21488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2880360"/>
            <a:ext cx="2148840" cy="73152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308152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766560" y="3931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produits / cluster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389120" y="46634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wordclouds (page suivante) confirment la cohérence sémantique de chaque cluster : sous-vêtements, vestes, pantalons, chaussures, sacs, laine mérinos, etc.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WORDCLOUDS PAR CLUSTER DBSCAN</a:t>
            </a:r>
            <a:endParaRPr lang="en-US" sz="2000" dirty="0"/>
          </a:p>
        </p:txBody>
      </p:sp>
      <p:pic>
        <p:nvPicPr>
          <p:cNvPr id="4" name="Image 0" descr="/home/claude/wordclouds_clust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731520"/>
            <a:ext cx="8778240" cy="4251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074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clusters sémantiques identifiés — chaque nuage révèle les termes les plus caractéristiques du groupe.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PARTIE 2 - SYSTÈME DE RECOMMANDATION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640080" cy="640080"/>
          </a:xfrm>
          <a:prstGeom prst="ellipse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1005840"/>
            <a:ext cx="777240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107899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le cluster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4173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récupère le cluster DBSCAN du produit consulté par l'utilisateur.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" y="2011680"/>
            <a:ext cx="54864" cy="2286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331720"/>
            <a:ext cx="640080" cy="640080"/>
          </a:xfrm>
          <a:prstGeom prst="ellipse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097280" y="2240280"/>
            <a:ext cx="777240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80160" y="231343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Calculer la similarité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6517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calcule la similarité cosinus entre ce produit et tous ses voisins du même cluster via la matrice TF-IDF.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" y="3246120"/>
            <a:ext cx="54864" cy="22860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3566160"/>
            <a:ext cx="640080" cy="640080"/>
          </a:xfrm>
          <a:prstGeom prst="ellipse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97280" y="3474720"/>
            <a:ext cx="7772400" cy="100584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80160" y="354787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Retourner les 5 plus proches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38862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retourne les 5 produits par ordre décroissant de similarité cosinus (fonction find_similar_items).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663440"/>
            <a:ext cx="8595360" cy="2926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663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Avantage clé : tri par similarité cosinus décroissante — les recommandations sont les plus pertinentes du cluster, pas tirées au hasard.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PARTIE 3 - MODÉLISATION THÉMATIQUE LSA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784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Analyse Sémantique Latente (LSA) avec TruncatedSVD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 au clustering, la LSA projette chaque produit dans un espace multi-thèmes : un même produit peut être associé à plusieurs thèmes simultanément. Le thème principal est extrait via la composante de valeur absolue maximale.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20240"/>
            <a:ext cx="1965960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116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" y="268833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thèmes latents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50592" y="192024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920240"/>
            <a:ext cx="1965960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20116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450592" y="268833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expliquée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15 composantes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26864" y="192024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26864" y="1920240"/>
            <a:ext cx="1965960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20116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26864" y="268833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recodés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03136" y="1920240"/>
            <a:ext cx="19659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03136" y="1920240"/>
            <a:ext cx="1965960" cy="64008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2011680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topic_encoded_df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03136" y="268833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× thèmes</a:t>
            </a:r>
            <a:endParaRPr lang="en-US" sz="1050" dirty="0"/>
          </a:p>
        </p:txBody>
      </p:sp>
      <p:pic>
        <p:nvPicPr>
          <p:cNvPr id="23" name="Image 0" descr="/home/claude/lsa_vari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3383280"/>
            <a:ext cx="8595360" cy="1600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1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WORDCLOUDS PAR THÈME LSA (TruncatedSVD)</a:t>
            </a:r>
            <a:endParaRPr lang="en-US" sz="2000" dirty="0"/>
          </a:p>
        </p:txBody>
      </p:sp>
      <p:pic>
        <p:nvPicPr>
          <p:cNvPr id="4" name="Image 0" descr="/home/claude/wordclouds_topic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731520"/>
            <a:ext cx="8778240" cy="4251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50749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thèmes latents extraits — coton organique, laine mérinos, imperméabilité, spandex, chaussures, sacs à dos, etc.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SYNTHÈSE ET CONCLUSIONS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43200" cy="3977640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43200" cy="73152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0789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" y="14630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DBSCAN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" y="1920240"/>
            <a:ext cx="2523744" cy="27432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02996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clusters sémantiques identifiés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4048" y="253288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4.4% d'outliers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4048" y="303580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cosinus + TF-IDF + spaCy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353872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Wordclouds : cohérence validée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18688" y="960120"/>
            <a:ext cx="2743200" cy="3977640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960120"/>
            <a:ext cx="2743200" cy="73152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10789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328416" y="14630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28416" y="1920240"/>
            <a:ext cx="2523744" cy="27432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28416" y="202996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find_similar_items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328416" y="253288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par similarité cosinus décroissante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328416" y="303580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produits les plus pertinents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328416" y="353872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utilisateur via input()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63056" y="960120"/>
            <a:ext cx="2743200" cy="3977640"/>
          </a:xfrm>
          <a:prstGeom prst="rect">
            <a:avLst/>
          </a:prstGeom>
          <a:solidFill>
            <a:srgbClr val="232323"/>
          </a:solidFill>
          <a:ln w="12700">
            <a:solidFill>
              <a:srgbClr val="23232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63056" y="960120"/>
            <a:ext cx="2743200" cy="73152"/>
          </a:xfrm>
          <a:prstGeom prst="rect">
            <a:avLst/>
          </a:prstGeom>
          <a:solidFill>
            <a:srgbClr val="E8192C"/>
          </a:solidFill>
          <a:ln w="12700">
            <a:solidFill>
              <a:srgbClr val="E8192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10789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192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72784" y="146304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LSA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72784" y="1920240"/>
            <a:ext cx="2523744" cy="27432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202996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thèmes latents extraits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72784" y="253288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topic_encoded_df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272784" y="303580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Représentation multi-thèmes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272784" y="3538728"/>
            <a:ext cx="25237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1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pPr indent="0" marL="0">
              <a:buNone/>
            </a:pPr>
            <a:r>
              <a:rPr lang="en-US" sz="11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Complémentaire au clustering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trois composantes forment ensemble un système complet de valorisation du catalogue e-commerce The North Face.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North Face - Boosting Online Sales</dc:title>
  <dc:subject>PptxGenJS Presentation</dc:subject>
  <dc:creator>PptxGenJS</dc:creator>
  <cp:lastModifiedBy>PptxGenJS</cp:lastModifiedBy>
  <cp:revision>1</cp:revision>
  <dcterms:created xsi:type="dcterms:W3CDTF">2026-05-16T22:09:34Z</dcterms:created>
  <dcterms:modified xsi:type="dcterms:W3CDTF">2026-05-16T22:09:34Z</dcterms:modified>
</cp:coreProperties>
</file>